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5.1.1 注册功能实现流程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开始注册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填写注册信息</a:t>
            </a:r>
            <a:br/>
            <a:r>
              <a:t>用户名/邮箱/密码/确认密码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731520" y="26517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前端表单验证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31520" y="3337560"/>
            <a:ext cx="2560320" cy="548640"/>
          </a:xfrm>
          <a:prstGeom prst="rightArrow">
            <a:avLst/>
          </a:prstGeom>
          <a:solidFill>
            <a:srgbClr val="B4B4B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验证通过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发送POST请求</a:t>
            </a:r>
            <a:br/>
            <a:r>
              <a:t>/api/v1/auth/register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2024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Controller接收请求</a:t>
            </a:r>
            <a:br/>
            <a:r>
              <a:t>绑定注册DTO</a:t>
            </a:r>
          </a:p>
        </p:txBody>
      </p:sp>
      <p:sp>
        <p:nvSpPr>
          <p:cNvPr id="15" name="Diamond 14"/>
          <p:cNvSpPr/>
          <p:nvPr/>
        </p:nvSpPr>
        <p:spPr>
          <a:xfrm>
            <a:off x="6492240" y="12801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参数验证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Service层处理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492240" y="26517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检查用户名/邮箱</a:t>
            </a:r>
            <a:br/>
            <a:r>
              <a:t>是否已存在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bcrypt密码哈希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创建User实体</a:t>
            </a:r>
            <a:br/>
            <a:r>
              <a:t>写入数据库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68096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709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返回成功</a:t>
            </a:r>
            <a:br/>
            <a:r>
              <a:t>跳转登录页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5.1.2 登录功能实现流程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开始登录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输入用户名和密码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发送POST请求</a:t>
            </a:r>
            <a:br/>
            <a:r>
              <a:t>/api/v1/auth/login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查询用户记录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31520" y="40233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用户存在?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2024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bcrypt比对密码</a:t>
            </a:r>
          </a:p>
        </p:txBody>
      </p:sp>
      <p:sp>
        <p:nvSpPr>
          <p:cNvPr id="15" name="Diamond 14"/>
          <p:cNvSpPr/>
          <p:nvPr/>
        </p:nvSpPr>
        <p:spPr>
          <a:xfrm>
            <a:off x="6492240" y="12801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密码正确?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生成JWT Token</a:t>
            </a:r>
            <a:br/>
            <a:r>
              <a:t>编码用户信息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返回Token和用户信息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前端存储Token</a:t>
            </a:r>
            <a:br/>
            <a:r>
              <a:t>Pinia + localStorage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Axios拦截器自动携带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68096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709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路由守卫验证</a:t>
            </a:r>
            <a:br/>
            <a:r>
              <a:t>允许访问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5.1.3 知识问答功能实现流程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开始问答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输入问题内容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发送POST请求</a:t>
            </a:r>
            <a:br/>
            <a:r>
              <a:t>/api/v1/ask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731520" y="33375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会话ID为空?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创建新AskSession</a:t>
            </a:r>
            <a:br/>
            <a:r>
              <a:t>标题=问题前20字符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2024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保存用户问题</a:t>
            </a:r>
            <a:br/>
            <a:r>
              <a:t>AskMessage role=user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280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知识检索</a:t>
            </a:r>
            <a:br/>
            <a:r>
              <a:t>关键词模糊匹配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计算置信度评分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生成回答内容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保存助手回答</a:t>
            </a:r>
            <a:br/>
            <a:r>
              <a:t>AskMessage role=assistant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40233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返回回答+置信度</a:t>
            </a:r>
            <a:br/>
            <a:r>
              <a:t>+知识点列表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5.1.4 知识图谱浏览功能实现流程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进入图谱页面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发送GET请求</a:t>
            </a:r>
            <a:br/>
            <a:r>
              <a:t>/api/v1/graph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查询KnowledgePoint表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查询KnowledgeRelation表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组装JSON响应</a:t>
            </a:r>
            <a:br/>
            <a:r>
              <a:t>nodes + edges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280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返回图谱数据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D3.js forceSimulation</a:t>
            </a:r>
            <a:br/>
            <a:r>
              <a:t>创建力导向图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设置力:</a:t>
            </a:r>
            <a:br/>
            <a:r>
              <a:t>charge + link + center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SVG渲染</a:t>
            </a:r>
            <a:br/>
            <a:r>
              <a:t>节点=圆形</a:t>
            </a:r>
            <a:br/>
            <a:r>
              <a:t>关系=连线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40233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用户交互:</a:t>
            </a:r>
            <a:br/>
            <a:r>
              <a:t>拖拽+缩放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5.1.5 题库练习功能实现流程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进入题库页面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发送GET请求</a:t>
            </a:r>
            <a:br/>
            <a:r>
              <a:t>/api/v1/question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查询Question表</a:t>
            </a:r>
            <a:br/>
            <a:r>
              <a:t>返回题目列表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展示题目卡片</a:t>
            </a:r>
            <a:br/>
            <a:r>
              <a:t>标题/类型/难度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学生选择题目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2024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发送POST请求</a:t>
            </a:r>
            <a:br/>
            <a:r>
              <a:t>/api/v1/quiz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280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查询正确答案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492240" y="19659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比对答案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标记正确/错误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保存Quiz记录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40233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返回结果+解析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5.1.6 学习分析功能实现流程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进入学习分析页面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发送GET请求</a:t>
            </a:r>
            <a:br/>
            <a:r>
              <a:t>/api/v1/analytics/overview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查询AskSession表</a:t>
            </a:r>
            <a:br/>
            <a:r>
              <a:t>统计会话总数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查询AskMessage表</a:t>
            </a:r>
            <a:br/>
            <a:r>
              <a:t>统计消息总数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查询Quiz表</a:t>
            </a:r>
            <a:br/>
            <a:r>
              <a:t>统计答题正确数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280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按难度统计正确率</a:t>
            </a:r>
            <a:br/>
            <a:r>
              <a:t>easy/medium/hard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分析薄弱知识点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封装统计数据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返回统计数据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40233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ECharts渲染图表</a:t>
            </a:r>
            <a:br/>
            <a:r>
              <a:t>问答+答题+雷达图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5.2.1 教师登录功能实现流程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教师开始登录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输入教师账号和密码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发送POST请求</a:t>
            </a:r>
            <a:br/>
            <a:r>
              <a:t>/api/v1/teacher_auth/login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查询Teacher表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31520" y="40233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教师存在?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2024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bcrypt比对密码</a:t>
            </a:r>
          </a:p>
        </p:txBody>
      </p:sp>
      <p:sp>
        <p:nvSpPr>
          <p:cNvPr id="15" name="Diamond 14"/>
          <p:cNvSpPr/>
          <p:nvPr/>
        </p:nvSpPr>
        <p:spPr>
          <a:xfrm>
            <a:off x="6492240" y="12801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密码正确?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生成JWT Token</a:t>
            </a:r>
            <a:br/>
            <a:r>
              <a:t>包含教师身份标识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RequireTeacherAuth</a:t>
            </a:r>
            <a:br/>
            <a:r>
              <a:t>中间件验证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返回Token和教师信息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40233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进入教师管理界面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5.2.2 知识图谱构建功能实现流程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教师点击构建图谱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2024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弹出资料选择对话框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勾选需要的文档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2024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发送POST请求</a:t>
            </a:r>
            <a:br/>
            <a:r>
              <a:t>/api/v1/graph/build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92024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查询Document记录</a:t>
            </a:r>
            <a:br/>
            <a:r>
              <a:t>获取解析内容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2024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分块处理</a:t>
            </a:r>
            <a:br/>
            <a:r>
              <a:t>提取知识点和关系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2801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确定性规则抽取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680960" y="18470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492240" y="1965960"/>
            <a:ext cx="2560320" cy="731520"/>
          </a:xfrm>
          <a:prstGeom prst="diamond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去重检查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680960" y="25328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6517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写入KnowledgePoint表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680960" y="32186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写入KnowledgeRelation表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680960" y="39044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023360"/>
            <a:ext cx="2560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000000"/>
                </a:solidFill>
              </a:defRPr>
            </a:pPr>
            <a:r>
              <a:t>记录构建统计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680960" y="4590288"/>
            <a:ext cx="182880" cy="109728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709160"/>
            <a:ext cx="2560320" cy="548640"/>
          </a:xfrm>
          <a:prstGeom prst="roundRect">
            <a:avLst/>
          </a:prstGeom>
          <a:solidFill>
            <a:srgbClr val="32323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FFFFFF"/>
                </a:solidFill>
              </a:defRPr>
            </a:pPr>
            <a:r>
              <a:t>返回结果</a:t>
            </a:r>
            <a:br/>
            <a:r>
              <a:t>刷新图谱可视化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